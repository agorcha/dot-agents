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One CLI (`da`) projects one canonical config to five AI platforms AND runs a bounded, gated, durable workflow over the work agents produce. This deck shows the spine and walks one real feature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the honest story is stronger than "we catch everything." The multi-OS matrix DOES catch Windows races a mac/linux-green run hides — but only when a test exercises the path (delete-pending, sharing-violation went red on windows-latest). The agentslock acquire race had NO test hitting its first-run precondition, so it passed a green multi-OS gate and ESCAPED — caught later by the process, after which the RCA hardened the smoke to catch the class. The adversarial cross-brain lens caught the false-greens, doc overclaims, and non-atomic bootstrap that green tests structurally can't. "Green tests" was necessary, never sufficient; defense in depth is what makes the chain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the verification spine is the differentiator for regulated buyers — it turns "an AI changed the code" into a reconstructable, auditable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dot-agents — The Agentic SDLC (ASDLC)</dc:title>
  <dc:subject>Architect demo deck — an agentic SDLC with an absolute-correctness, no-partial-credit, auditable verification spine. Diagrams, concepts, and a config-v2 worked example shown end-to-end through the verification audit trail.</dc:subject>
  <dc:creator>Created by Marp</dc:creator>
  <cp:lastModifiedBy>Created by Marp</cp:lastModifiedBy>
  <cp:revision>1</cp:revision>
  <dcterms:created xsi:type="dcterms:W3CDTF">2026-06-30T12:40:30Z</dcterms:created>
  <dcterms:modified xsi:type="dcterms:W3CDTF">2026-06-30T12:40:30Z</dcterms:modified>
</cp:coreProperties>
</file>